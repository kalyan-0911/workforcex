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3" r:id="rId8"/>
    <p:sldId id="265" r:id="rId9"/>
    <p:sldId id="266" r:id="rId10"/>
    <p:sldId id="267"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18618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255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0393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7364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9643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6631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3042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9688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7866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533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6228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89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7536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7974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1600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2087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304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08901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latin typeface="Times New Roman" panose="02020603050405020304" pitchFamily="18" charset="0"/>
                <a:cs typeface="Times New Roman" panose="02020603050405020304" pitchFamily="18" charset="0"/>
              </a:rPr>
              <a:t>WorkForceX</a:t>
            </a:r>
            <a:endParaRPr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fontScale="92500"/>
          </a:bodyPr>
          <a:lstStyle/>
          <a:p>
            <a:pPr>
              <a:defRPr sz="2200"/>
            </a:pPr>
            <a:r>
              <a:rPr dirty="0">
                <a:latin typeface="Times New Roman" panose="02020603050405020304" pitchFamily="18" charset="0"/>
                <a:cs typeface="Times New Roman" panose="02020603050405020304" pitchFamily="18" charset="0"/>
              </a:rPr>
              <a:t>AI-Powered Workforce Liquidity Platform</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Connecting workforce supply with workforce demand in real time through Artificial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Vision &amp; Mission</a:t>
            </a:r>
          </a:p>
        </p:txBody>
      </p:sp>
      <p:sp>
        <p:nvSpPr>
          <p:cNvPr id="3" name="Content Placeholder 2"/>
          <p:cNvSpPr>
            <a:spLocks noGrp="1"/>
          </p:cNvSpPr>
          <p:nvPr>
            <p:ph idx="1"/>
          </p:nvPr>
        </p:nvSpPr>
        <p:spPr/>
        <p:txBody>
          <a:bodyPr>
            <a:normAutofit lnSpcReduction="10000"/>
          </a:bodyPr>
          <a:lstStyle/>
          <a:p>
            <a:pPr marL="0" indent="0">
              <a:buNone/>
              <a:defRPr sz="2200"/>
            </a:pPr>
            <a:r>
              <a:rPr b="1" dirty="0">
                <a:latin typeface="Times New Roman" panose="02020603050405020304" pitchFamily="18" charset="0"/>
                <a:cs typeface="Times New Roman" panose="02020603050405020304" pitchFamily="18" charset="0"/>
              </a:rPr>
              <a:t>Vision: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To build the infrastructure layer for workforce availability, enabling organizations to access project-ready professionals on demand.</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Mission: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Reduce hiring delays</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Improve workforce utilization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Enable AI-driven talent deployment</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Create continuous opportunities for professionals.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lstStyle/>
          <a:p>
            <a:pPr marL="0" indent="0">
              <a:buNone/>
              <a:defRPr sz="2200"/>
            </a:pPr>
            <a:r>
              <a:rPr dirty="0">
                <a:latin typeface="Times New Roman" panose="02020603050405020304" pitchFamily="18" charset="0"/>
                <a:cs typeface="Times New Roman" panose="02020603050405020304" pitchFamily="18" charset="0"/>
              </a:rPr>
              <a:t>Organizations struggle with slow hiring, high recruitment costs, talent shortages, and manual screening. At the same time, thousands of skilled professionals remain unemployed or underemployed despite having valuable capabilities. The core issue is not the availability of talent but the inability to connect talent with opportunities at the right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a:t>
            </a:r>
            <a:r>
              <a:rPr dirty="0">
                <a:latin typeface="Times New Roman" panose="02020603050405020304" pitchFamily="18" charset="0"/>
                <a:cs typeface="Times New Roman" panose="02020603050405020304" pitchFamily="18" charset="0"/>
              </a:rPr>
              <a:t>Solution</a:t>
            </a:r>
          </a:p>
        </p:txBody>
      </p:sp>
      <p:sp>
        <p:nvSpPr>
          <p:cNvPr id="3" name="Content Placeholder 2"/>
          <p:cNvSpPr>
            <a:spLocks noGrp="1"/>
          </p:cNvSpPr>
          <p:nvPr>
            <p:ph idx="1"/>
          </p:nvPr>
        </p:nvSpPr>
        <p:spPr/>
        <p:txBody>
          <a:bodyPr/>
          <a:lstStyle/>
          <a:p>
            <a:pPr marL="0" indent="0">
              <a:buNone/>
              <a:defRPr sz="2200"/>
            </a:pPr>
            <a:r>
              <a:rPr dirty="0" err="1">
                <a:latin typeface="Times New Roman" panose="02020603050405020304" pitchFamily="18" charset="0"/>
                <a:cs typeface="Times New Roman" panose="02020603050405020304" pitchFamily="18" charset="0"/>
              </a:rPr>
              <a:t>WorkForceX</a:t>
            </a:r>
            <a:r>
              <a:rPr dirty="0">
                <a:latin typeface="Times New Roman" panose="02020603050405020304" pitchFamily="18" charset="0"/>
                <a:cs typeface="Times New Roman" panose="02020603050405020304" pitchFamily="18" charset="0"/>
              </a:rPr>
              <a:t> is an AI-powered Workforce Liquidity Platform that creates a Workforce Liquidity Network. It validates workforce readiness, intelligently matches candidates to projects, predicts workforce demand, and helps organizations deploy professionals quickly while improving career opportunities.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Core Features</a:t>
            </a:r>
          </a:p>
        </p:txBody>
      </p:sp>
      <p:sp>
        <p:nvSpPr>
          <p:cNvPr id="3" name="Content Placeholder 2"/>
          <p:cNvSpPr>
            <a:spLocks noGrp="1"/>
          </p:cNvSpPr>
          <p:nvPr>
            <p:ph idx="1"/>
          </p:nvPr>
        </p:nvSpPr>
        <p:spPr>
          <a:xfrm>
            <a:off x="982132" y="1887794"/>
            <a:ext cx="7704667" cy="4513005"/>
          </a:xfrm>
        </p:spPr>
        <p:txBody>
          <a:bodyPr>
            <a:normAutofit fontScale="85000" lnSpcReduction="20000"/>
          </a:bodyPr>
          <a:lstStyle/>
          <a:p>
            <a:pPr marL="0" indent="0">
              <a:buNone/>
              <a:defRPr sz="2200"/>
            </a:pPr>
            <a:r>
              <a:rPr b="1" dirty="0">
                <a:latin typeface="Times New Roman" panose="02020603050405020304" pitchFamily="18" charset="0"/>
                <a:cs typeface="Times New Roman" panose="02020603050405020304" pitchFamily="18" charset="0"/>
              </a:rPr>
              <a:t>1. Workforce Readiness Score</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Evaluates skills, certifications, assessments, communication, and project experience.</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2. AI Workforce Matching Engine</a:t>
            </a:r>
            <a:br>
              <a:rPr b="1"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Matches candidates using skills, experience, availability, and compatibility.</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3. Smart Team Builder</a:t>
            </a:r>
            <a:br>
              <a:rPr b="1"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Automatically forms optimized project teams.</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4. Workforce Continuity Engine</a:t>
            </a:r>
            <a:br>
              <a:rPr b="1"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Suggests replacement resources to reduce disruption.</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5. Candidate Growth Passport</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Stores verified career records.</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b="1" dirty="0">
                <a:latin typeface="Times New Roman" panose="02020603050405020304" pitchFamily="18" charset="0"/>
                <a:cs typeface="Times New Roman" panose="02020603050405020304" pitchFamily="18" charset="0"/>
              </a:rPr>
              <a:t>6. Workforce Demand Forecasting</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Predicts future hiring needs.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1"/>
            <a:ext cx="7704667" cy="929148"/>
          </a:xfrm>
        </p:spPr>
        <p:txBody>
          <a:bodyPr/>
          <a:lstStyle/>
          <a:p>
            <a:r>
              <a:rPr dirty="0">
                <a:latin typeface="Times New Roman" panose="02020603050405020304" pitchFamily="18" charset="0"/>
                <a:cs typeface="Times New Roman" panose="02020603050405020304" pitchFamily="18" charset="0"/>
              </a:rPr>
              <a:t>Workflow</a:t>
            </a:r>
          </a:p>
        </p:txBody>
      </p:sp>
      <p:sp>
        <p:nvSpPr>
          <p:cNvPr id="3" name="Content Placeholder 2"/>
          <p:cNvSpPr>
            <a:spLocks noGrp="1"/>
          </p:cNvSpPr>
          <p:nvPr>
            <p:ph idx="1"/>
          </p:nvPr>
        </p:nvSpPr>
        <p:spPr>
          <a:xfrm>
            <a:off x="766917" y="1548581"/>
            <a:ext cx="7919884" cy="5088193"/>
          </a:xfrm>
        </p:spPr>
        <p:txBody>
          <a:bodyPr/>
          <a:lstStyle/>
          <a:p>
            <a:pPr marL="0" indent="0">
              <a:buNone/>
              <a:defRPr sz="2200"/>
            </a:pPr>
            <a:r>
              <a:rPr dirty="0">
                <a:latin typeface="Times New Roman" panose="02020603050405020304" pitchFamily="18" charset="0"/>
                <a:cs typeface="Times New Roman" panose="02020603050405020304" pitchFamily="18" charset="0"/>
              </a:rPr>
              <a:t>Candidate Registration → Skill Assessment → Workforce Readiness Score → AI Matching Engine → Organization Requirement Analysis → Smart Team Builder → Project Deployment → Performance Monitoring → Growth Passport Update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Current Phase</a:t>
            </a:r>
          </a:p>
        </p:txBody>
      </p:sp>
      <p:sp>
        <p:nvSpPr>
          <p:cNvPr id="3" name="Content Placeholder 2"/>
          <p:cNvSpPr>
            <a:spLocks noGrp="1"/>
          </p:cNvSpPr>
          <p:nvPr>
            <p:ph idx="1"/>
          </p:nvPr>
        </p:nvSpPr>
        <p:spPr/>
        <p:txBody>
          <a:bodyPr/>
          <a:lstStyle/>
          <a:p>
            <a:pPr marL="0" indent="0">
              <a:buNone/>
              <a:defRPr sz="2200"/>
            </a:pPr>
            <a:r>
              <a:rPr dirty="0">
                <a:latin typeface="Times New Roman" panose="02020603050405020304" pitchFamily="18" charset="0"/>
                <a:cs typeface="Times New Roman" panose="02020603050405020304" pitchFamily="18" charset="0"/>
              </a:rPr>
              <a:t>Phase 1 focuses 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Problem Validation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Market Research</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Dataset Collection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Data Cleaning &amp; Preprocessing</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System Architecture Design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Feature Planning</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Documentation Preparation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p:txBody>
          <a:bodyPr/>
          <a:lstStyle/>
          <a:p>
            <a:pPr marL="0" indent="0">
              <a:buNone/>
              <a:defRPr sz="2200"/>
            </a:pPr>
            <a:r>
              <a:rPr dirty="0">
                <a:latin typeface="Times New Roman" panose="02020603050405020304" pitchFamily="18" charset="0"/>
                <a:cs typeface="Times New Roman" panose="02020603050405020304" pitchFamily="18" charset="0"/>
              </a:rPr>
              <a:t>• AI Resume Analyzer</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AI Interview Assistant</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Enterprise Workforce Analytics</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Blockchain Credential Verification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Mobile Application</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Cloud Deployment</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 Global Workforce Marketplace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pPr marL="0" indent="0">
              <a:buNone/>
              <a:defRPr sz="2200"/>
            </a:pPr>
            <a:r>
              <a:rPr dirty="0" err="1">
                <a:latin typeface="Times New Roman" panose="02020603050405020304" pitchFamily="18" charset="0"/>
                <a:cs typeface="Times New Roman" panose="02020603050405020304" pitchFamily="18" charset="0"/>
              </a:rPr>
              <a:t>WorkForceX</a:t>
            </a:r>
            <a:r>
              <a:rPr dirty="0">
                <a:latin typeface="Times New Roman" panose="02020603050405020304" pitchFamily="18" charset="0"/>
                <a:cs typeface="Times New Roman" panose="02020603050405020304" pitchFamily="18" charset="0"/>
              </a:rPr>
              <a:t> aims to transform traditional hiring into an intelligent workforce deployment ecosystem. By combining AI, workforce analytics, and real-time matching, the platform helps organizations hire faster while creating continuous employment opportunities for skilled professionals.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Thank You</a:t>
            </a:r>
          </a:p>
        </p:txBody>
      </p:sp>
      <p:sp>
        <p:nvSpPr>
          <p:cNvPr id="3" name="Content Placeholder 2"/>
          <p:cNvSpPr>
            <a:spLocks noGrp="1"/>
          </p:cNvSpPr>
          <p:nvPr>
            <p:ph idx="1"/>
          </p:nvPr>
        </p:nvSpPr>
        <p:spPr/>
        <p:txBody>
          <a:bodyPr/>
          <a:lstStyle/>
          <a:p>
            <a:pPr marL="0" indent="0">
              <a:buNone/>
              <a:defRPr sz="2200"/>
            </a:pPr>
            <a:r>
              <a:rPr dirty="0">
                <a:latin typeface="Times New Roman" panose="02020603050405020304" pitchFamily="18" charset="0"/>
                <a:cs typeface="Times New Roman" panose="02020603050405020304" pitchFamily="18" charset="0"/>
              </a:rPr>
              <a:t>Questions &amp; Discussion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10</TotalTime>
  <Words>419</Words>
  <Application>Microsoft Office PowerPoint</Application>
  <PresentationFormat>On-screen Show (4:3)</PresentationFormat>
  <Paragraphs>20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Corbel</vt:lpstr>
      <vt:lpstr>Times New Roman</vt:lpstr>
      <vt:lpstr>Parallax</vt:lpstr>
      <vt:lpstr>WorkForceX</vt:lpstr>
      <vt:lpstr>Vision &amp; Mission</vt:lpstr>
      <vt:lpstr>Problem Statement</vt:lpstr>
      <vt:lpstr>Proposed Solution</vt:lpstr>
      <vt:lpstr>Core Features</vt:lpstr>
      <vt:lpstr>Workflow</vt:lpstr>
      <vt:lpstr>Current Phase</vt:lpstr>
      <vt:lpstr>Future Scope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Kavya S</cp:lastModifiedBy>
  <cp:revision>2</cp:revision>
  <dcterms:created xsi:type="dcterms:W3CDTF">2013-01-27T09:14:16Z</dcterms:created>
  <dcterms:modified xsi:type="dcterms:W3CDTF">2026-07-02T15:51:59Z</dcterms:modified>
  <cp:category/>
</cp:coreProperties>
</file>